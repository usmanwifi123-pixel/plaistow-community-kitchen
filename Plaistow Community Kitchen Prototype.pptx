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59FC44-F9E8-4E59-A404-7FAEC920B0C0}" v="4" dt="2026-10-14T21:31:51.5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72662B-78B1-4CE4-AE52-1263F6999AC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EF32997-BA9B-4FE0-8F3F-B547B5BCF495}">
      <dgm:prSet/>
      <dgm:spPr/>
      <dgm:t>
        <a:bodyPr/>
        <a:lstStyle/>
        <a:p>
          <a:pPr>
            <a:defRPr cap="all"/>
          </a:pPr>
          <a:r>
            <a:rPr lang="en-GB"/>
            <a:t>Volunteer shifts can be double-booked.</a:t>
          </a:r>
          <a:endParaRPr lang="en-US"/>
        </a:p>
      </dgm:t>
    </dgm:pt>
    <dgm:pt modelId="{7E575C1B-FE70-44F0-B762-1622A5C704A7}" type="parTrans" cxnId="{4C2FA040-8818-4163-884E-BAF8285F30E3}">
      <dgm:prSet/>
      <dgm:spPr/>
      <dgm:t>
        <a:bodyPr/>
        <a:lstStyle/>
        <a:p>
          <a:endParaRPr lang="en-US"/>
        </a:p>
      </dgm:t>
    </dgm:pt>
    <dgm:pt modelId="{74230AD5-818B-4960-9A37-A706E13DECE8}" type="sibTrans" cxnId="{4C2FA040-8818-4163-884E-BAF8285F30E3}">
      <dgm:prSet/>
      <dgm:spPr/>
      <dgm:t>
        <a:bodyPr/>
        <a:lstStyle/>
        <a:p>
          <a:endParaRPr lang="en-US"/>
        </a:p>
      </dgm:t>
    </dgm:pt>
    <dgm:pt modelId="{2B2D1925-9F11-442C-BA3F-7CA3ED2950FB}">
      <dgm:prSet/>
      <dgm:spPr/>
      <dgm:t>
        <a:bodyPr/>
        <a:lstStyle/>
        <a:p>
          <a:pPr>
            <a:defRPr cap="all"/>
          </a:pPr>
          <a:r>
            <a:rPr lang="en-GB"/>
            <a:t>Stock levels may be unclear.</a:t>
          </a:r>
          <a:endParaRPr lang="en-US"/>
        </a:p>
      </dgm:t>
    </dgm:pt>
    <dgm:pt modelId="{F875CBF2-0D51-4705-9430-48DA5C3923EE}" type="parTrans" cxnId="{44243F68-182F-4EF9-ACE1-C6F37C26BCB9}">
      <dgm:prSet/>
      <dgm:spPr/>
      <dgm:t>
        <a:bodyPr/>
        <a:lstStyle/>
        <a:p>
          <a:endParaRPr lang="en-US"/>
        </a:p>
      </dgm:t>
    </dgm:pt>
    <dgm:pt modelId="{E379159D-897F-4B85-9EEA-FC4467E823AD}" type="sibTrans" cxnId="{44243F68-182F-4EF9-ACE1-C6F37C26BCB9}">
      <dgm:prSet/>
      <dgm:spPr/>
      <dgm:t>
        <a:bodyPr/>
        <a:lstStyle/>
        <a:p>
          <a:endParaRPr lang="en-US"/>
        </a:p>
      </dgm:t>
    </dgm:pt>
    <dgm:pt modelId="{C172AC4E-ACC6-4E69-9E40-D8B2486F9EA9}">
      <dgm:prSet/>
      <dgm:spPr/>
      <dgm:t>
        <a:bodyPr/>
        <a:lstStyle/>
        <a:p>
          <a:pPr>
            <a:defRPr cap="all"/>
          </a:pPr>
          <a:r>
            <a:rPr lang="en-GB"/>
            <a:t>Information is copied manually.</a:t>
          </a:r>
          <a:endParaRPr lang="en-US"/>
        </a:p>
      </dgm:t>
    </dgm:pt>
    <dgm:pt modelId="{B5FA7D8C-8CDF-4E50-9CDA-BA53147818EF}" type="parTrans" cxnId="{81FFA99F-B47D-4130-844E-DF29C0393ABF}">
      <dgm:prSet/>
      <dgm:spPr/>
      <dgm:t>
        <a:bodyPr/>
        <a:lstStyle/>
        <a:p>
          <a:endParaRPr lang="en-US"/>
        </a:p>
      </dgm:t>
    </dgm:pt>
    <dgm:pt modelId="{13FAE906-22E8-4A76-B0E6-96CE34E53982}" type="sibTrans" cxnId="{81FFA99F-B47D-4130-844E-DF29C0393ABF}">
      <dgm:prSet/>
      <dgm:spPr/>
      <dgm:t>
        <a:bodyPr/>
        <a:lstStyle/>
        <a:p>
          <a:endParaRPr lang="en-US"/>
        </a:p>
      </dgm:t>
    </dgm:pt>
    <dgm:pt modelId="{284D0894-F11D-4645-8146-5A80E322F828}">
      <dgm:prSet/>
      <dgm:spPr/>
      <dgm:t>
        <a:bodyPr/>
        <a:lstStyle/>
        <a:p>
          <a:pPr>
            <a:defRPr cap="all"/>
          </a:pPr>
          <a:r>
            <a:rPr lang="en-GB"/>
            <a:t>These issues can waste time.</a:t>
          </a:r>
          <a:endParaRPr lang="en-US"/>
        </a:p>
      </dgm:t>
    </dgm:pt>
    <dgm:pt modelId="{F603B081-A712-444D-8BF7-47523C1F6B4E}" type="parTrans" cxnId="{AC22D12F-2BE3-4D59-9977-5B7D579954B9}">
      <dgm:prSet/>
      <dgm:spPr/>
      <dgm:t>
        <a:bodyPr/>
        <a:lstStyle/>
        <a:p>
          <a:endParaRPr lang="en-US"/>
        </a:p>
      </dgm:t>
    </dgm:pt>
    <dgm:pt modelId="{77EDCC06-F912-4CF1-AA64-D1F293E46A0D}" type="sibTrans" cxnId="{AC22D12F-2BE3-4D59-9977-5B7D579954B9}">
      <dgm:prSet/>
      <dgm:spPr/>
      <dgm:t>
        <a:bodyPr/>
        <a:lstStyle/>
        <a:p>
          <a:endParaRPr lang="en-US"/>
        </a:p>
      </dgm:t>
    </dgm:pt>
    <dgm:pt modelId="{84CD9936-B46E-417E-80CF-C9BAAE7207B3}" type="pres">
      <dgm:prSet presAssocID="{DC72662B-78B1-4CE4-AE52-1263F6999AC4}" presName="root" presStyleCnt="0">
        <dgm:presLayoutVars>
          <dgm:dir/>
          <dgm:resizeHandles val="exact"/>
        </dgm:presLayoutVars>
      </dgm:prSet>
      <dgm:spPr/>
    </dgm:pt>
    <dgm:pt modelId="{FC760406-E2AD-4384-9214-D356DC8DB760}" type="pres">
      <dgm:prSet presAssocID="{EEF32997-BA9B-4FE0-8F3F-B547B5BCF495}" presName="compNode" presStyleCnt="0"/>
      <dgm:spPr/>
    </dgm:pt>
    <dgm:pt modelId="{3E7AE4D9-FD1C-426A-A9DB-6F432501BAF8}" type="pres">
      <dgm:prSet presAssocID="{EEF32997-BA9B-4FE0-8F3F-B547B5BCF495}" presName="iconBgRect" presStyleLbl="bgShp" presStyleIdx="0" presStyleCnt="4"/>
      <dgm:spPr/>
    </dgm:pt>
    <dgm:pt modelId="{0D2CC4F5-6549-4E17-BCD7-568BF20FBC0D}" type="pres">
      <dgm:prSet presAssocID="{EEF32997-BA9B-4FE0-8F3F-B547B5BCF49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499C957D-A606-4969-B090-D1209BF31D06}" type="pres">
      <dgm:prSet presAssocID="{EEF32997-BA9B-4FE0-8F3F-B547B5BCF495}" presName="spaceRect" presStyleCnt="0"/>
      <dgm:spPr/>
    </dgm:pt>
    <dgm:pt modelId="{D8962B10-7A91-4878-8789-1CCF3681D52F}" type="pres">
      <dgm:prSet presAssocID="{EEF32997-BA9B-4FE0-8F3F-B547B5BCF495}" presName="textRect" presStyleLbl="revTx" presStyleIdx="0" presStyleCnt="4">
        <dgm:presLayoutVars>
          <dgm:chMax val="1"/>
          <dgm:chPref val="1"/>
        </dgm:presLayoutVars>
      </dgm:prSet>
      <dgm:spPr/>
    </dgm:pt>
    <dgm:pt modelId="{B0B8FE9C-4EED-4A70-B933-9C7FFC4FE834}" type="pres">
      <dgm:prSet presAssocID="{74230AD5-818B-4960-9A37-A706E13DECE8}" presName="sibTrans" presStyleCnt="0"/>
      <dgm:spPr/>
    </dgm:pt>
    <dgm:pt modelId="{CFB0150D-E587-4287-9D9A-13828AD3FA41}" type="pres">
      <dgm:prSet presAssocID="{2B2D1925-9F11-442C-BA3F-7CA3ED2950FB}" presName="compNode" presStyleCnt="0"/>
      <dgm:spPr/>
    </dgm:pt>
    <dgm:pt modelId="{135A9088-1FDF-42DF-B145-3FE91BAEF77A}" type="pres">
      <dgm:prSet presAssocID="{2B2D1925-9F11-442C-BA3F-7CA3ED2950FB}" presName="iconBgRect" presStyleLbl="bgShp" presStyleIdx="1" presStyleCnt="4"/>
      <dgm:spPr/>
    </dgm:pt>
    <dgm:pt modelId="{34ED1A66-F59E-4111-B6C7-EC3281F26BF9}" type="pres">
      <dgm:prSet presAssocID="{2B2D1925-9F11-442C-BA3F-7CA3ED2950F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E4285FBF-2CF9-4E99-8BC9-2FFAF9376F55}" type="pres">
      <dgm:prSet presAssocID="{2B2D1925-9F11-442C-BA3F-7CA3ED2950FB}" presName="spaceRect" presStyleCnt="0"/>
      <dgm:spPr/>
    </dgm:pt>
    <dgm:pt modelId="{3E34BC26-1359-46A7-BE1A-DA0581036D1D}" type="pres">
      <dgm:prSet presAssocID="{2B2D1925-9F11-442C-BA3F-7CA3ED2950FB}" presName="textRect" presStyleLbl="revTx" presStyleIdx="1" presStyleCnt="4">
        <dgm:presLayoutVars>
          <dgm:chMax val="1"/>
          <dgm:chPref val="1"/>
        </dgm:presLayoutVars>
      </dgm:prSet>
      <dgm:spPr/>
    </dgm:pt>
    <dgm:pt modelId="{ECAB29B6-2FD6-4D97-BB00-A2CBD423CE18}" type="pres">
      <dgm:prSet presAssocID="{E379159D-897F-4B85-9EEA-FC4467E823AD}" presName="sibTrans" presStyleCnt="0"/>
      <dgm:spPr/>
    </dgm:pt>
    <dgm:pt modelId="{288A49CC-2BC0-4865-A78C-2B486AE300F3}" type="pres">
      <dgm:prSet presAssocID="{C172AC4E-ACC6-4E69-9E40-D8B2486F9EA9}" presName="compNode" presStyleCnt="0"/>
      <dgm:spPr/>
    </dgm:pt>
    <dgm:pt modelId="{31F9D7B5-14DD-43F8-A557-01F50CA64881}" type="pres">
      <dgm:prSet presAssocID="{C172AC4E-ACC6-4E69-9E40-D8B2486F9EA9}" presName="iconBgRect" presStyleLbl="bgShp" presStyleIdx="2" presStyleCnt="4"/>
      <dgm:spPr/>
    </dgm:pt>
    <dgm:pt modelId="{90AFA926-0FA9-4B1D-B3FD-9B1E100E7A34}" type="pres">
      <dgm:prSet presAssocID="{C172AC4E-ACC6-4E69-9E40-D8B2486F9EA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68FE91D7-3FFF-40F6-B172-060BD1C2F6D5}" type="pres">
      <dgm:prSet presAssocID="{C172AC4E-ACC6-4E69-9E40-D8B2486F9EA9}" presName="spaceRect" presStyleCnt="0"/>
      <dgm:spPr/>
    </dgm:pt>
    <dgm:pt modelId="{D26689EF-ECBD-4E8C-966F-4D8FE9ECF35C}" type="pres">
      <dgm:prSet presAssocID="{C172AC4E-ACC6-4E69-9E40-D8B2486F9EA9}" presName="textRect" presStyleLbl="revTx" presStyleIdx="2" presStyleCnt="4">
        <dgm:presLayoutVars>
          <dgm:chMax val="1"/>
          <dgm:chPref val="1"/>
        </dgm:presLayoutVars>
      </dgm:prSet>
      <dgm:spPr/>
    </dgm:pt>
    <dgm:pt modelId="{5BFABC06-7446-44F7-9415-5430CFDE778A}" type="pres">
      <dgm:prSet presAssocID="{13FAE906-22E8-4A76-B0E6-96CE34E53982}" presName="sibTrans" presStyleCnt="0"/>
      <dgm:spPr/>
    </dgm:pt>
    <dgm:pt modelId="{9F9E632E-854F-47D1-96CE-CCC968CEE3CE}" type="pres">
      <dgm:prSet presAssocID="{284D0894-F11D-4645-8146-5A80E322F828}" presName="compNode" presStyleCnt="0"/>
      <dgm:spPr/>
    </dgm:pt>
    <dgm:pt modelId="{0BECE4B8-FEB6-48F8-B5B3-4DD9ED6117BD}" type="pres">
      <dgm:prSet presAssocID="{284D0894-F11D-4645-8146-5A80E322F828}" presName="iconBgRect" presStyleLbl="bgShp" presStyleIdx="3" presStyleCnt="4"/>
      <dgm:spPr/>
    </dgm:pt>
    <dgm:pt modelId="{17FBA79D-684F-407E-9E72-67AC1132C011}" type="pres">
      <dgm:prSet presAssocID="{284D0894-F11D-4645-8146-5A80E322F82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 Finished"/>
        </a:ext>
      </dgm:extLst>
    </dgm:pt>
    <dgm:pt modelId="{744B32DA-493F-4C21-B8E2-52B534A9A69B}" type="pres">
      <dgm:prSet presAssocID="{284D0894-F11D-4645-8146-5A80E322F828}" presName="spaceRect" presStyleCnt="0"/>
      <dgm:spPr/>
    </dgm:pt>
    <dgm:pt modelId="{2AB984F5-5526-4FB4-B117-D64499A9BB4D}" type="pres">
      <dgm:prSet presAssocID="{284D0894-F11D-4645-8146-5A80E322F82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C22D12F-2BE3-4D59-9977-5B7D579954B9}" srcId="{DC72662B-78B1-4CE4-AE52-1263F6999AC4}" destId="{284D0894-F11D-4645-8146-5A80E322F828}" srcOrd="3" destOrd="0" parTransId="{F603B081-A712-444D-8BF7-47523C1F6B4E}" sibTransId="{77EDCC06-F912-4CF1-AA64-D1F293E46A0D}"/>
    <dgm:cxn modelId="{4C2FA040-8818-4163-884E-BAF8285F30E3}" srcId="{DC72662B-78B1-4CE4-AE52-1263F6999AC4}" destId="{EEF32997-BA9B-4FE0-8F3F-B547B5BCF495}" srcOrd="0" destOrd="0" parTransId="{7E575C1B-FE70-44F0-B762-1622A5C704A7}" sibTransId="{74230AD5-818B-4960-9A37-A706E13DECE8}"/>
    <dgm:cxn modelId="{3F4C7D5B-E7E8-4535-870D-A27C2F244CB5}" type="presOf" srcId="{284D0894-F11D-4645-8146-5A80E322F828}" destId="{2AB984F5-5526-4FB4-B117-D64499A9BB4D}" srcOrd="0" destOrd="0" presId="urn:microsoft.com/office/officeart/2018/5/layout/IconCircleLabelList"/>
    <dgm:cxn modelId="{44243F68-182F-4EF9-ACE1-C6F37C26BCB9}" srcId="{DC72662B-78B1-4CE4-AE52-1263F6999AC4}" destId="{2B2D1925-9F11-442C-BA3F-7CA3ED2950FB}" srcOrd="1" destOrd="0" parTransId="{F875CBF2-0D51-4705-9430-48DA5C3923EE}" sibTransId="{E379159D-897F-4B85-9EEA-FC4467E823AD}"/>
    <dgm:cxn modelId="{81FFA99F-B47D-4130-844E-DF29C0393ABF}" srcId="{DC72662B-78B1-4CE4-AE52-1263F6999AC4}" destId="{C172AC4E-ACC6-4E69-9E40-D8B2486F9EA9}" srcOrd="2" destOrd="0" parTransId="{B5FA7D8C-8CDF-4E50-9CDA-BA53147818EF}" sibTransId="{13FAE906-22E8-4A76-B0E6-96CE34E53982}"/>
    <dgm:cxn modelId="{FF5FDEA5-3F6B-44E5-B603-06EDD4E3ACAC}" type="presOf" srcId="{EEF32997-BA9B-4FE0-8F3F-B547B5BCF495}" destId="{D8962B10-7A91-4878-8789-1CCF3681D52F}" srcOrd="0" destOrd="0" presId="urn:microsoft.com/office/officeart/2018/5/layout/IconCircleLabelList"/>
    <dgm:cxn modelId="{F3F878A7-92F7-49E1-B865-455FE575904E}" type="presOf" srcId="{DC72662B-78B1-4CE4-AE52-1263F6999AC4}" destId="{84CD9936-B46E-417E-80CF-C9BAAE7207B3}" srcOrd="0" destOrd="0" presId="urn:microsoft.com/office/officeart/2018/5/layout/IconCircleLabelList"/>
    <dgm:cxn modelId="{CDED22A9-7760-4F2C-ADC1-AD2179F4C625}" type="presOf" srcId="{C172AC4E-ACC6-4E69-9E40-D8B2486F9EA9}" destId="{D26689EF-ECBD-4E8C-966F-4D8FE9ECF35C}" srcOrd="0" destOrd="0" presId="urn:microsoft.com/office/officeart/2018/5/layout/IconCircleLabelList"/>
    <dgm:cxn modelId="{1D7959F4-72B4-40A2-BE38-DE94DD45C91F}" type="presOf" srcId="{2B2D1925-9F11-442C-BA3F-7CA3ED2950FB}" destId="{3E34BC26-1359-46A7-BE1A-DA0581036D1D}" srcOrd="0" destOrd="0" presId="urn:microsoft.com/office/officeart/2018/5/layout/IconCircleLabelList"/>
    <dgm:cxn modelId="{2B449D5E-3AA8-4EE3-A6C9-FEB7B0911092}" type="presParOf" srcId="{84CD9936-B46E-417E-80CF-C9BAAE7207B3}" destId="{FC760406-E2AD-4384-9214-D356DC8DB760}" srcOrd="0" destOrd="0" presId="urn:microsoft.com/office/officeart/2018/5/layout/IconCircleLabelList"/>
    <dgm:cxn modelId="{5B6FC0D5-BA52-44A9-8E40-35F292711790}" type="presParOf" srcId="{FC760406-E2AD-4384-9214-D356DC8DB760}" destId="{3E7AE4D9-FD1C-426A-A9DB-6F432501BAF8}" srcOrd="0" destOrd="0" presId="urn:microsoft.com/office/officeart/2018/5/layout/IconCircleLabelList"/>
    <dgm:cxn modelId="{F8DB85F9-01E3-4D1D-9445-90934D3C8FE0}" type="presParOf" srcId="{FC760406-E2AD-4384-9214-D356DC8DB760}" destId="{0D2CC4F5-6549-4E17-BCD7-568BF20FBC0D}" srcOrd="1" destOrd="0" presId="urn:microsoft.com/office/officeart/2018/5/layout/IconCircleLabelList"/>
    <dgm:cxn modelId="{19097289-2E9A-4976-8AE2-D64A03145562}" type="presParOf" srcId="{FC760406-E2AD-4384-9214-D356DC8DB760}" destId="{499C957D-A606-4969-B090-D1209BF31D06}" srcOrd="2" destOrd="0" presId="urn:microsoft.com/office/officeart/2018/5/layout/IconCircleLabelList"/>
    <dgm:cxn modelId="{951D8504-E3AB-40CD-B052-0144F6D7C879}" type="presParOf" srcId="{FC760406-E2AD-4384-9214-D356DC8DB760}" destId="{D8962B10-7A91-4878-8789-1CCF3681D52F}" srcOrd="3" destOrd="0" presId="urn:microsoft.com/office/officeart/2018/5/layout/IconCircleLabelList"/>
    <dgm:cxn modelId="{4CFB6A17-9CB4-4B0D-9D3A-0AA1A986D4D7}" type="presParOf" srcId="{84CD9936-B46E-417E-80CF-C9BAAE7207B3}" destId="{B0B8FE9C-4EED-4A70-B933-9C7FFC4FE834}" srcOrd="1" destOrd="0" presId="urn:microsoft.com/office/officeart/2018/5/layout/IconCircleLabelList"/>
    <dgm:cxn modelId="{A9E74BC3-E19D-4F40-988D-D2E1446BD715}" type="presParOf" srcId="{84CD9936-B46E-417E-80CF-C9BAAE7207B3}" destId="{CFB0150D-E587-4287-9D9A-13828AD3FA41}" srcOrd="2" destOrd="0" presId="urn:microsoft.com/office/officeart/2018/5/layout/IconCircleLabelList"/>
    <dgm:cxn modelId="{3EC5E664-F888-4985-B1DE-27CE6C0C9A35}" type="presParOf" srcId="{CFB0150D-E587-4287-9D9A-13828AD3FA41}" destId="{135A9088-1FDF-42DF-B145-3FE91BAEF77A}" srcOrd="0" destOrd="0" presId="urn:microsoft.com/office/officeart/2018/5/layout/IconCircleLabelList"/>
    <dgm:cxn modelId="{893F513A-7DE6-48C6-B5F7-5255DC497A51}" type="presParOf" srcId="{CFB0150D-E587-4287-9D9A-13828AD3FA41}" destId="{34ED1A66-F59E-4111-B6C7-EC3281F26BF9}" srcOrd="1" destOrd="0" presId="urn:microsoft.com/office/officeart/2018/5/layout/IconCircleLabelList"/>
    <dgm:cxn modelId="{570CB82D-0075-41B6-B2E3-E4B81D36D43F}" type="presParOf" srcId="{CFB0150D-E587-4287-9D9A-13828AD3FA41}" destId="{E4285FBF-2CF9-4E99-8BC9-2FFAF9376F55}" srcOrd="2" destOrd="0" presId="urn:microsoft.com/office/officeart/2018/5/layout/IconCircleLabelList"/>
    <dgm:cxn modelId="{3C6FCA86-AB0C-4163-95AF-03A5C5766C14}" type="presParOf" srcId="{CFB0150D-E587-4287-9D9A-13828AD3FA41}" destId="{3E34BC26-1359-46A7-BE1A-DA0581036D1D}" srcOrd="3" destOrd="0" presId="urn:microsoft.com/office/officeart/2018/5/layout/IconCircleLabelList"/>
    <dgm:cxn modelId="{49354663-B009-48BB-BC70-C30C3E52EFA9}" type="presParOf" srcId="{84CD9936-B46E-417E-80CF-C9BAAE7207B3}" destId="{ECAB29B6-2FD6-4D97-BB00-A2CBD423CE18}" srcOrd="3" destOrd="0" presId="urn:microsoft.com/office/officeart/2018/5/layout/IconCircleLabelList"/>
    <dgm:cxn modelId="{C4387825-06C5-468D-9473-C9EA3650775D}" type="presParOf" srcId="{84CD9936-B46E-417E-80CF-C9BAAE7207B3}" destId="{288A49CC-2BC0-4865-A78C-2B486AE300F3}" srcOrd="4" destOrd="0" presId="urn:microsoft.com/office/officeart/2018/5/layout/IconCircleLabelList"/>
    <dgm:cxn modelId="{3932F859-247A-4D4D-8631-AC28A8AD9D1C}" type="presParOf" srcId="{288A49CC-2BC0-4865-A78C-2B486AE300F3}" destId="{31F9D7B5-14DD-43F8-A557-01F50CA64881}" srcOrd="0" destOrd="0" presId="urn:microsoft.com/office/officeart/2018/5/layout/IconCircleLabelList"/>
    <dgm:cxn modelId="{052F720C-7479-456C-A730-73DBA47848B3}" type="presParOf" srcId="{288A49CC-2BC0-4865-A78C-2B486AE300F3}" destId="{90AFA926-0FA9-4B1D-B3FD-9B1E100E7A34}" srcOrd="1" destOrd="0" presId="urn:microsoft.com/office/officeart/2018/5/layout/IconCircleLabelList"/>
    <dgm:cxn modelId="{80BD3398-685F-4B73-A07B-4C50A0460973}" type="presParOf" srcId="{288A49CC-2BC0-4865-A78C-2B486AE300F3}" destId="{68FE91D7-3FFF-40F6-B172-060BD1C2F6D5}" srcOrd="2" destOrd="0" presId="urn:microsoft.com/office/officeart/2018/5/layout/IconCircleLabelList"/>
    <dgm:cxn modelId="{00FDB733-E18B-4435-A006-7C4149121F99}" type="presParOf" srcId="{288A49CC-2BC0-4865-A78C-2B486AE300F3}" destId="{D26689EF-ECBD-4E8C-966F-4D8FE9ECF35C}" srcOrd="3" destOrd="0" presId="urn:microsoft.com/office/officeart/2018/5/layout/IconCircleLabelList"/>
    <dgm:cxn modelId="{69D36631-6C88-46FE-A48E-E50A975A11F9}" type="presParOf" srcId="{84CD9936-B46E-417E-80CF-C9BAAE7207B3}" destId="{5BFABC06-7446-44F7-9415-5430CFDE778A}" srcOrd="5" destOrd="0" presId="urn:microsoft.com/office/officeart/2018/5/layout/IconCircleLabelList"/>
    <dgm:cxn modelId="{6FC0AB68-D984-4EAA-8E36-1AD9DE7DEC91}" type="presParOf" srcId="{84CD9936-B46E-417E-80CF-C9BAAE7207B3}" destId="{9F9E632E-854F-47D1-96CE-CCC968CEE3CE}" srcOrd="6" destOrd="0" presId="urn:microsoft.com/office/officeart/2018/5/layout/IconCircleLabelList"/>
    <dgm:cxn modelId="{5AB12BBA-3D8A-4F0D-AB91-559B43C39839}" type="presParOf" srcId="{9F9E632E-854F-47D1-96CE-CCC968CEE3CE}" destId="{0BECE4B8-FEB6-48F8-B5B3-4DD9ED6117BD}" srcOrd="0" destOrd="0" presId="urn:microsoft.com/office/officeart/2018/5/layout/IconCircleLabelList"/>
    <dgm:cxn modelId="{73EB41CB-3AC4-436B-AF14-CDBA4906BDF9}" type="presParOf" srcId="{9F9E632E-854F-47D1-96CE-CCC968CEE3CE}" destId="{17FBA79D-684F-407E-9E72-67AC1132C011}" srcOrd="1" destOrd="0" presId="urn:microsoft.com/office/officeart/2018/5/layout/IconCircleLabelList"/>
    <dgm:cxn modelId="{D915B101-542A-4996-97F7-5F9438E54CB6}" type="presParOf" srcId="{9F9E632E-854F-47D1-96CE-CCC968CEE3CE}" destId="{744B32DA-493F-4C21-B8E2-52B534A9A69B}" srcOrd="2" destOrd="0" presId="urn:microsoft.com/office/officeart/2018/5/layout/IconCircleLabelList"/>
    <dgm:cxn modelId="{F83299C8-AC09-46D2-BEB5-4D5CC25B95A7}" type="presParOf" srcId="{9F9E632E-854F-47D1-96CE-CCC968CEE3CE}" destId="{2AB984F5-5526-4FB4-B117-D64499A9BB4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C41B23-B6A4-45C8-B94F-BD88CCAFAB1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4F7B1D0-00E4-4E6A-B4A5-639F80B70AB0}">
      <dgm:prSet/>
      <dgm:spPr/>
      <dgm:t>
        <a:bodyPr/>
        <a:lstStyle/>
        <a:p>
          <a:r>
            <a:rPr lang="en-GB"/>
            <a:t>Clear navigation labels</a:t>
          </a:r>
          <a:endParaRPr lang="en-US"/>
        </a:p>
      </dgm:t>
    </dgm:pt>
    <dgm:pt modelId="{C1A42BCE-1D74-49FB-951D-155B3D41975A}" type="parTrans" cxnId="{F1F20C78-B0AB-495B-8B0C-E955C53455CF}">
      <dgm:prSet/>
      <dgm:spPr/>
      <dgm:t>
        <a:bodyPr/>
        <a:lstStyle/>
        <a:p>
          <a:endParaRPr lang="en-US"/>
        </a:p>
      </dgm:t>
    </dgm:pt>
    <dgm:pt modelId="{209BA1EF-CD8D-4B07-9049-D74DFDFF968D}" type="sibTrans" cxnId="{F1F20C78-B0AB-495B-8B0C-E955C53455CF}">
      <dgm:prSet/>
      <dgm:spPr/>
      <dgm:t>
        <a:bodyPr/>
        <a:lstStyle/>
        <a:p>
          <a:endParaRPr lang="en-US"/>
        </a:p>
      </dgm:t>
    </dgm:pt>
    <dgm:pt modelId="{C5CA31E5-FE38-4CD0-8A89-1F283ECFE1EF}">
      <dgm:prSet/>
      <dgm:spPr/>
      <dgm:t>
        <a:bodyPr/>
        <a:lstStyle/>
        <a:p>
          <a:r>
            <a:rPr lang="en-GB"/>
            <a:t>Readable text</a:t>
          </a:r>
          <a:endParaRPr lang="en-US"/>
        </a:p>
      </dgm:t>
    </dgm:pt>
    <dgm:pt modelId="{0E0A9CED-7B01-48E8-811F-EDC0271EFA53}" type="parTrans" cxnId="{9406D6A5-5203-42E4-94F3-2927360C94A0}">
      <dgm:prSet/>
      <dgm:spPr/>
      <dgm:t>
        <a:bodyPr/>
        <a:lstStyle/>
        <a:p>
          <a:endParaRPr lang="en-US"/>
        </a:p>
      </dgm:t>
    </dgm:pt>
    <dgm:pt modelId="{5341A5B9-A40C-4DAB-8C8A-6E91983E6F6A}" type="sibTrans" cxnId="{9406D6A5-5203-42E4-94F3-2927360C94A0}">
      <dgm:prSet/>
      <dgm:spPr/>
      <dgm:t>
        <a:bodyPr/>
        <a:lstStyle/>
        <a:p>
          <a:endParaRPr lang="en-US"/>
        </a:p>
      </dgm:t>
    </dgm:pt>
    <dgm:pt modelId="{B714F4EC-765F-4FB5-B7A6-9E36DCB3B3A4}">
      <dgm:prSet/>
      <dgm:spPr/>
      <dgm:t>
        <a:bodyPr/>
        <a:lstStyle/>
        <a:p>
          <a:r>
            <a:rPr lang="en-GB"/>
            <a:t>Consistent layout</a:t>
          </a:r>
          <a:endParaRPr lang="en-US"/>
        </a:p>
      </dgm:t>
    </dgm:pt>
    <dgm:pt modelId="{DB548DEC-B8ED-4245-BF1E-7175E4A82B21}" type="parTrans" cxnId="{97951013-C030-4905-B2D7-67CF5777F703}">
      <dgm:prSet/>
      <dgm:spPr/>
      <dgm:t>
        <a:bodyPr/>
        <a:lstStyle/>
        <a:p>
          <a:endParaRPr lang="en-US"/>
        </a:p>
      </dgm:t>
    </dgm:pt>
    <dgm:pt modelId="{2D504966-3732-46A4-AD9C-57397BF70249}" type="sibTrans" cxnId="{97951013-C030-4905-B2D7-67CF5777F703}">
      <dgm:prSet/>
      <dgm:spPr/>
      <dgm:t>
        <a:bodyPr/>
        <a:lstStyle/>
        <a:p>
          <a:endParaRPr lang="en-US"/>
        </a:p>
      </dgm:t>
    </dgm:pt>
    <dgm:pt modelId="{172204BB-F4E9-497B-9E80-AD781E861416}">
      <dgm:prSet/>
      <dgm:spPr/>
      <dgm:t>
        <a:bodyPr/>
        <a:lstStyle/>
        <a:p>
          <a:r>
            <a:rPr lang="en-GB"/>
            <a:t>Simple interface for users with different levels of technical experience</a:t>
          </a:r>
          <a:endParaRPr lang="en-US"/>
        </a:p>
      </dgm:t>
    </dgm:pt>
    <dgm:pt modelId="{EEEE0959-8ABC-4F19-ACBC-3E22D0A6571F}" type="parTrans" cxnId="{4BC1543A-66D8-4A3B-8BDE-BF4D05D2F01D}">
      <dgm:prSet/>
      <dgm:spPr/>
      <dgm:t>
        <a:bodyPr/>
        <a:lstStyle/>
        <a:p>
          <a:endParaRPr lang="en-US"/>
        </a:p>
      </dgm:t>
    </dgm:pt>
    <dgm:pt modelId="{E1C4E380-73F4-4893-A873-414FB1D34F32}" type="sibTrans" cxnId="{4BC1543A-66D8-4A3B-8BDE-BF4D05D2F01D}">
      <dgm:prSet/>
      <dgm:spPr/>
      <dgm:t>
        <a:bodyPr/>
        <a:lstStyle/>
        <a:p>
          <a:endParaRPr lang="en-US"/>
        </a:p>
      </dgm:t>
    </dgm:pt>
    <dgm:pt modelId="{30C1E0F7-0BCC-4BC0-A25A-66D3CFA6653B}" type="pres">
      <dgm:prSet presAssocID="{19C41B23-B6A4-45C8-B94F-BD88CCAFAB19}" presName="linear" presStyleCnt="0">
        <dgm:presLayoutVars>
          <dgm:animLvl val="lvl"/>
          <dgm:resizeHandles val="exact"/>
        </dgm:presLayoutVars>
      </dgm:prSet>
      <dgm:spPr/>
    </dgm:pt>
    <dgm:pt modelId="{CC34D68B-7E20-4223-994C-B6D6759DFA04}" type="pres">
      <dgm:prSet presAssocID="{84F7B1D0-00E4-4E6A-B4A5-639F80B70AB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C19BB9E-9EB4-4F62-88C2-A63EA9CDCB78}" type="pres">
      <dgm:prSet presAssocID="{209BA1EF-CD8D-4B07-9049-D74DFDFF968D}" presName="spacer" presStyleCnt="0"/>
      <dgm:spPr/>
    </dgm:pt>
    <dgm:pt modelId="{806423FF-3719-4E93-82C9-7E7E3A9E14EC}" type="pres">
      <dgm:prSet presAssocID="{C5CA31E5-FE38-4CD0-8A89-1F283ECFE1E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AE5146A-B6F8-430B-B5CB-672C35C5DA56}" type="pres">
      <dgm:prSet presAssocID="{5341A5B9-A40C-4DAB-8C8A-6E91983E6F6A}" presName="spacer" presStyleCnt="0"/>
      <dgm:spPr/>
    </dgm:pt>
    <dgm:pt modelId="{D24A96CD-BCAA-46BF-969B-4D46A1C71002}" type="pres">
      <dgm:prSet presAssocID="{B714F4EC-765F-4FB5-B7A6-9E36DCB3B3A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7206972-5BC5-4DF0-8CDD-1A7C3149ED0B}" type="pres">
      <dgm:prSet presAssocID="{2D504966-3732-46A4-AD9C-57397BF70249}" presName="spacer" presStyleCnt="0"/>
      <dgm:spPr/>
    </dgm:pt>
    <dgm:pt modelId="{9CBBB0E0-B855-4094-B74D-FCC3AD7D50FD}" type="pres">
      <dgm:prSet presAssocID="{172204BB-F4E9-497B-9E80-AD781E86141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8129106-8792-4874-9F55-C7B9D4597CAF}" type="presOf" srcId="{B714F4EC-765F-4FB5-B7A6-9E36DCB3B3A4}" destId="{D24A96CD-BCAA-46BF-969B-4D46A1C71002}" srcOrd="0" destOrd="0" presId="urn:microsoft.com/office/officeart/2005/8/layout/vList2"/>
    <dgm:cxn modelId="{97951013-C030-4905-B2D7-67CF5777F703}" srcId="{19C41B23-B6A4-45C8-B94F-BD88CCAFAB19}" destId="{B714F4EC-765F-4FB5-B7A6-9E36DCB3B3A4}" srcOrd="2" destOrd="0" parTransId="{DB548DEC-B8ED-4245-BF1E-7175E4A82B21}" sibTransId="{2D504966-3732-46A4-AD9C-57397BF70249}"/>
    <dgm:cxn modelId="{4BC1543A-66D8-4A3B-8BDE-BF4D05D2F01D}" srcId="{19C41B23-B6A4-45C8-B94F-BD88CCAFAB19}" destId="{172204BB-F4E9-497B-9E80-AD781E861416}" srcOrd="3" destOrd="0" parTransId="{EEEE0959-8ABC-4F19-ACBC-3E22D0A6571F}" sibTransId="{E1C4E380-73F4-4893-A873-414FB1D34F32}"/>
    <dgm:cxn modelId="{6D20065B-1F2E-4619-8295-81A488444891}" type="presOf" srcId="{172204BB-F4E9-497B-9E80-AD781E861416}" destId="{9CBBB0E0-B855-4094-B74D-FCC3AD7D50FD}" srcOrd="0" destOrd="0" presId="urn:microsoft.com/office/officeart/2005/8/layout/vList2"/>
    <dgm:cxn modelId="{08C1DD65-EDC3-4226-8C37-9E8DAF083947}" type="presOf" srcId="{19C41B23-B6A4-45C8-B94F-BD88CCAFAB19}" destId="{30C1E0F7-0BCC-4BC0-A25A-66D3CFA6653B}" srcOrd="0" destOrd="0" presId="urn:microsoft.com/office/officeart/2005/8/layout/vList2"/>
    <dgm:cxn modelId="{F1F20C78-B0AB-495B-8B0C-E955C53455CF}" srcId="{19C41B23-B6A4-45C8-B94F-BD88CCAFAB19}" destId="{84F7B1D0-00E4-4E6A-B4A5-639F80B70AB0}" srcOrd="0" destOrd="0" parTransId="{C1A42BCE-1D74-49FB-951D-155B3D41975A}" sibTransId="{209BA1EF-CD8D-4B07-9049-D74DFDFF968D}"/>
    <dgm:cxn modelId="{9406D6A5-5203-42E4-94F3-2927360C94A0}" srcId="{19C41B23-B6A4-45C8-B94F-BD88CCAFAB19}" destId="{C5CA31E5-FE38-4CD0-8A89-1F283ECFE1EF}" srcOrd="1" destOrd="0" parTransId="{0E0A9CED-7B01-48E8-811F-EDC0271EFA53}" sibTransId="{5341A5B9-A40C-4DAB-8C8A-6E91983E6F6A}"/>
    <dgm:cxn modelId="{8D6B7AD3-0124-4A68-BAA3-9249A9DC4C06}" type="presOf" srcId="{C5CA31E5-FE38-4CD0-8A89-1F283ECFE1EF}" destId="{806423FF-3719-4E93-82C9-7E7E3A9E14EC}" srcOrd="0" destOrd="0" presId="urn:microsoft.com/office/officeart/2005/8/layout/vList2"/>
    <dgm:cxn modelId="{A377CCD6-3C2A-4BEF-8DFE-96F953C8348B}" type="presOf" srcId="{84F7B1D0-00E4-4E6A-B4A5-639F80B70AB0}" destId="{CC34D68B-7E20-4223-994C-B6D6759DFA04}" srcOrd="0" destOrd="0" presId="urn:microsoft.com/office/officeart/2005/8/layout/vList2"/>
    <dgm:cxn modelId="{EFB70FA0-E08B-4ACF-AAE7-B699A0988468}" type="presParOf" srcId="{30C1E0F7-0BCC-4BC0-A25A-66D3CFA6653B}" destId="{CC34D68B-7E20-4223-994C-B6D6759DFA04}" srcOrd="0" destOrd="0" presId="urn:microsoft.com/office/officeart/2005/8/layout/vList2"/>
    <dgm:cxn modelId="{F867B6E5-E1A1-4B4A-B2A8-44EB83172902}" type="presParOf" srcId="{30C1E0F7-0BCC-4BC0-A25A-66D3CFA6653B}" destId="{AC19BB9E-9EB4-4F62-88C2-A63EA9CDCB78}" srcOrd="1" destOrd="0" presId="urn:microsoft.com/office/officeart/2005/8/layout/vList2"/>
    <dgm:cxn modelId="{6E3E7589-7438-4273-A6B1-EBF3DE1AA7D3}" type="presParOf" srcId="{30C1E0F7-0BCC-4BC0-A25A-66D3CFA6653B}" destId="{806423FF-3719-4E93-82C9-7E7E3A9E14EC}" srcOrd="2" destOrd="0" presId="urn:microsoft.com/office/officeart/2005/8/layout/vList2"/>
    <dgm:cxn modelId="{584BCB97-E494-408E-A35B-C51FF6FCB5AE}" type="presParOf" srcId="{30C1E0F7-0BCC-4BC0-A25A-66D3CFA6653B}" destId="{DAE5146A-B6F8-430B-B5CB-672C35C5DA56}" srcOrd="3" destOrd="0" presId="urn:microsoft.com/office/officeart/2005/8/layout/vList2"/>
    <dgm:cxn modelId="{71272E70-084E-4110-9BA7-A6008DF999A3}" type="presParOf" srcId="{30C1E0F7-0BCC-4BC0-A25A-66D3CFA6653B}" destId="{D24A96CD-BCAA-46BF-969B-4D46A1C71002}" srcOrd="4" destOrd="0" presId="urn:microsoft.com/office/officeart/2005/8/layout/vList2"/>
    <dgm:cxn modelId="{6522D2B1-73F3-4CCF-9BFF-2607D3C59015}" type="presParOf" srcId="{30C1E0F7-0BCC-4BC0-A25A-66D3CFA6653B}" destId="{47206972-5BC5-4DF0-8CDD-1A7C3149ED0B}" srcOrd="5" destOrd="0" presId="urn:microsoft.com/office/officeart/2005/8/layout/vList2"/>
    <dgm:cxn modelId="{EBE488C3-1799-43E5-BE76-C0AA22FCA87F}" type="presParOf" srcId="{30C1E0F7-0BCC-4BC0-A25A-66D3CFA6653B}" destId="{9CBBB0E0-B855-4094-B74D-FCC3AD7D50F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7AE4D9-FD1C-426A-A9DB-6F432501BAF8}">
      <dsp:nvSpPr>
        <dsp:cNvPr id="0" name=""/>
        <dsp:cNvSpPr/>
      </dsp:nvSpPr>
      <dsp:spPr>
        <a:xfrm>
          <a:off x="569308" y="898551"/>
          <a:ext cx="1446654" cy="144665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2CC4F5-6549-4E17-BCD7-568BF20FBC0D}">
      <dsp:nvSpPr>
        <dsp:cNvPr id="0" name=""/>
        <dsp:cNvSpPr/>
      </dsp:nvSpPr>
      <dsp:spPr>
        <a:xfrm>
          <a:off x="877611" y="1206854"/>
          <a:ext cx="830047" cy="8300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962B10-7A91-4878-8789-1CCF3681D52F}">
      <dsp:nvSpPr>
        <dsp:cNvPr id="0" name=""/>
        <dsp:cNvSpPr/>
      </dsp:nvSpPr>
      <dsp:spPr>
        <a:xfrm>
          <a:off x="106853" y="2795802"/>
          <a:ext cx="237156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600" kern="1200"/>
            <a:t>Volunteer shifts can be double-booked.</a:t>
          </a:r>
          <a:endParaRPr lang="en-US" sz="1600" kern="1200"/>
        </a:p>
      </dsp:txBody>
      <dsp:txXfrm>
        <a:off x="106853" y="2795802"/>
        <a:ext cx="2371564" cy="720000"/>
      </dsp:txXfrm>
    </dsp:sp>
    <dsp:sp modelId="{135A9088-1FDF-42DF-B145-3FE91BAEF77A}">
      <dsp:nvSpPr>
        <dsp:cNvPr id="0" name=""/>
        <dsp:cNvSpPr/>
      </dsp:nvSpPr>
      <dsp:spPr>
        <a:xfrm>
          <a:off x="3355896" y="898551"/>
          <a:ext cx="1446654" cy="144665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ED1A66-F59E-4111-B6C7-EC3281F26BF9}">
      <dsp:nvSpPr>
        <dsp:cNvPr id="0" name=""/>
        <dsp:cNvSpPr/>
      </dsp:nvSpPr>
      <dsp:spPr>
        <a:xfrm>
          <a:off x="3664200" y="1206854"/>
          <a:ext cx="830047" cy="8300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34BC26-1359-46A7-BE1A-DA0581036D1D}">
      <dsp:nvSpPr>
        <dsp:cNvPr id="0" name=""/>
        <dsp:cNvSpPr/>
      </dsp:nvSpPr>
      <dsp:spPr>
        <a:xfrm>
          <a:off x="2893441" y="2795802"/>
          <a:ext cx="237156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600" kern="1200"/>
            <a:t>Stock levels may be unclear.</a:t>
          </a:r>
          <a:endParaRPr lang="en-US" sz="1600" kern="1200"/>
        </a:p>
      </dsp:txBody>
      <dsp:txXfrm>
        <a:off x="2893441" y="2795802"/>
        <a:ext cx="2371564" cy="720000"/>
      </dsp:txXfrm>
    </dsp:sp>
    <dsp:sp modelId="{31F9D7B5-14DD-43F8-A557-01F50CA64881}">
      <dsp:nvSpPr>
        <dsp:cNvPr id="0" name=""/>
        <dsp:cNvSpPr/>
      </dsp:nvSpPr>
      <dsp:spPr>
        <a:xfrm>
          <a:off x="6142485" y="898551"/>
          <a:ext cx="1446654" cy="144665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AFA926-0FA9-4B1D-B3FD-9B1E100E7A34}">
      <dsp:nvSpPr>
        <dsp:cNvPr id="0" name=""/>
        <dsp:cNvSpPr/>
      </dsp:nvSpPr>
      <dsp:spPr>
        <a:xfrm>
          <a:off x="6450788" y="1206854"/>
          <a:ext cx="830047" cy="8300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689EF-ECBD-4E8C-966F-4D8FE9ECF35C}">
      <dsp:nvSpPr>
        <dsp:cNvPr id="0" name=""/>
        <dsp:cNvSpPr/>
      </dsp:nvSpPr>
      <dsp:spPr>
        <a:xfrm>
          <a:off x="5680030" y="2795802"/>
          <a:ext cx="237156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600" kern="1200"/>
            <a:t>Information is copied manually.</a:t>
          </a:r>
          <a:endParaRPr lang="en-US" sz="1600" kern="1200"/>
        </a:p>
      </dsp:txBody>
      <dsp:txXfrm>
        <a:off x="5680030" y="2795802"/>
        <a:ext cx="2371564" cy="720000"/>
      </dsp:txXfrm>
    </dsp:sp>
    <dsp:sp modelId="{0BECE4B8-FEB6-48F8-B5B3-4DD9ED6117BD}">
      <dsp:nvSpPr>
        <dsp:cNvPr id="0" name=""/>
        <dsp:cNvSpPr/>
      </dsp:nvSpPr>
      <dsp:spPr>
        <a:xfrm>
          <a:off x="8929074" y="898551"/>
          <a:ext cx="1446654" cy="144665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FBA79D-684F-407E-9E72-67AC1132C011}">
      <dsp:nvSpPr>
        <dsp:cNvPr id="0" name=""/>
        <dsp:cNvSpPr/>
      </dsp:nvSpPr>
      <dsp:spPr>
        <a:xfrm>
          <a:off x="9237377" y="1206854"/>
          <a:ext cx="830047" cy="8300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B984F5-5526-4FB4-B117-D64499A9BB4D}">
      <dsp:nvSpPr>
        <dsp:cNvPr id="0" name=""/>
        <dsp:cNvSpPr/>
      </dsp:nvSpPr>
      <dsp:spPr>
        <a:xfrm>
          <a:off x="8466619" y="2795802"/>
          <a:ext cx="237156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600" kern="1200"/>
            <a:t>These issues can waste time.</a:t>
          </a:r>
          <a:endParaRPr lang="en-US" sz="1600" kern="1200"/>
        </a:p>
      </dsp:txBody>
      <dsp:txXfrm>
        <a:off x="8466619" y="2795802"/>
        <a:ext cx="2371564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34D68B-7E20-4223-994C-B6D6759DFA04}">
      <dsp:nvSpPr>
        <dsp:cNvPr id="0" name=""/>
        <dsp:cNvSpPr/>
      </dsp:nvSpPr>
      <dsp:spPr>
        <a:xfrm>
          <a:off x="0" y="68502"/>
          <a:ext cx="10653579" cy="10580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Clear navigation labels</a:t>
          </a:r>
          <a:endParaRPr lang="en-US" sz="2600" kern="1200"/>
        </a:p>
      </dsp:txBody>
      <dsp:txXfrm>
        <a:off x="51649" y="120151"/>
        <a:ext cx="10550281" cy="954747"/>
      </dsp:txXfrm>
    </dsp:sp>
    <dsp:sp modelId="{806423FF-3719-4E93-82C9-7E7E3A9E14EC}">
      <dsp:nvSpPr>
        <dsp:cNvPr id="0" name=""/>
        <dsp:cNvSpPr/>
      </dsp:nvSpPr>
      <dsp:spPr>
        <a:xfrm>
          <a:off x="0" y="1201428"/>
          <a:ext cx="10653579" cy="10580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Readable text</a:t>
          </a:r>
          <a:endParaRPr lang="en-US" sz="2600" kern="1200"/>
        </a:p>
      </dsp:txBody>
      <dsp:txXfrm>
        <a:off x="51649" y="1253077"/>
        <a:ext cx="10550281" cy="954747"/>
      </dsp:txXfrm>
    </dsp:sp>
    <dsp:sp modelId="{D24A96CD-BCAA-46BF-969B-4D46A1C71002}">
      <dsp:nvSpPr>
        <dsp:cNvPr id="0" name=""/>
        <dsp:cNvSpPr/>
      </dsp:nvSpPr>
      <dsp:spPr>
        <a:xfrm>
          <a:off x="0" y="2334354"/>
          <a:ext cx="10653579" cy="10580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Consistent layout</a:t>
          </a:r>
          <a:endParaRPr lang="en-US" sz="2600" kern="1200"/>
        </a:p>
      </dsp:txBody>
      <dsp:txXfrm>
        <a:off x="51649" y="2386003"/>
        <a:ext cx="10550281" cy="954747"/>
      </dsp:txXfrm>
    </dsp:sp>
    <dsp:sp modelId="{9CBBB0E0-B855-4094-B74D-FCC3AD7D50FD}">
      <dsp:nvSpPr>
        <dsp:cNvPr id="0" name=""/>
        <dsp:cNvSpPr/>
      </dsp:nvSpPr>
      <dsp:spPr>
        <a:xfrm>
          <a:off x="0" y="3467279"/>
          <a:ext cx="10653579" cy="10580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Simple interface for users with different levels of technical experience</a:t>
          </a:r>
          <a:endParaRPr lang="en-US" sz="2600" kern="1200"/>
        </a:p>
      </dsp:txBody>
      <dsp:txXfrm>
        <a:off x="51649" y="3518928"/>
        <a:ext cx="10550281" cy="9547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309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858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27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828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53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385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26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8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817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897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994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863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5A98-2DD2-73A5-00C2-1F95EC50E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3394" y="1585762"/>
            <a:ext cx="3788767" cy="2811737"/>
          </a:xfrm>
        </p:spPr>
        <p:txBody>
          <a:bodyPr>
            <a:normAutofit/>
          </a:bodyPr>
          <a:lstStyle/>
          <a:p>
            <a:pPr algn="l"/>
            <a:r>
              <a:rPr lang="en-GB" sz="4400"/>
              <a:t>Plaistow Community Kitchen Prototype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50F51-A811-C413-9460-A3DAF4C9ED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3395" y="4524046"/>
            <a:ext cx="3614857" cy="1319951"/>
          </a:xfrm>
        </p:spPr>
        <p:txBody>
          <a:bodyPr>
            <a:normAutofit/>
          </a:bodyPr>
          <a:lstStyle/>
          <a:p>
            <a:pPr algn="l"/>
            <a:r>
              <a:rPr lang="en-GB" dirty="0"/>
              <a:t>Work Experience Project </a:t>
            </a:r>
            <a:endParaRPr lang="en-GB"/>
          </a:p>
          <a:p>
            <a:pPr algn="l"/>
            <a:r>
              <a:rPr lang="en-GB" dirty="0"/>
              <a:t>Designed in Figma</a:t>
            </a:r>
            <a:endParaRPr lang="en-GB"/>
          </a:p>
          <a:p>
            <a:pPr algn="l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AC4866-86F4-E393-6711-9F9ED4A159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68" r="-2" b="-2"/>
          <a:stretch>
            <a:fillRect/>
          </a:stretch>
        </p:blipFill>
        <p:spPr>
          <a:xfrm>
            <a:off x="2" y="10"/>
            <a:ext cx="73677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077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B9312-238B-BE43-8805-CF16BC8C8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>
            <a:normAutofit/>
          </a:bodyPr>
          <a:lstStyle/>
          <a:p>
            <a:r>
              <a:rPr lang="en-GB" dirty="0"/>
              <a:t>The Problem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DB1A45-3707-1391-96EF-31501CB7F9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7707792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2156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72294D-B4D8-1F53-721A-965D8B037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GB" dirty="0"/>
              <a:t>Project Aim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47BE9-1645-BE14-D727-E207B13A4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en-GB" sz="1800"/>
              <a:t>Design a simple interface to help the kitchen organise volunteers, shift bookings, the rota and stock information.</a:t>
            </a:r>
          </a:p>
        </p:txBody>
      </p:sp>
      <p:pic>
        <p:nvPicPr>
          <p:cNvPr id="7" name="Graphic 6" descr="Users">
            <a:extLst>
              <a:ext uri="{FF2B5EF4-FFF2-40B4-BE49-F238E27FC236}">
                <a16:creationId xmlns:a16="http://schemas.microsoft.com/office/drawing/2014/main" id="{2A8E6F9A-C961-B26F-4A2A-A560177A01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96074" y="1114923"/>
            <a:ext cx="4628153" cy="462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37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0C744167-8255-D026-44F2-6A190F3CF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8D495D-6CD8-F429-E35B-1394794E4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29514"/>
            <a:ext cx="7599535" cy="1646174"/>
          </a:xfrm>
        </p:spPr>
        <p:txBody>
          <a:bodyPr anchor="b">
            <a:normAutofit/>
          </a:bodyPr>
          <a:lstStyle/>
          <a:p>
            <a:r>
              <a:rPr lang="en-GB" dirty="0"/>
              <a:t>My Prototype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FD9288-9291-2B0B-BA5D-40A2E93977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97" r="-3" b="-3"/>
          <a:stretch>
            <a:fillRect/>
          </a:stretch>
        </p:blipFill>
        <p:spPr>
          <a:xfrm>
            <a:off x="7253753" y="2350008"/>
            <a:ext cx="2948337" cy="164617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D4D87-0FF7-841A-98FF-F674669F9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7599535" cy="4096512"/>
          </a:xfrm>
        </p:spPr>
        <p:txBody>
          <a:bodyPr>
            <a:normAutofit/>
          </a:bodyPr>
          <a:lstStyle/>
          <a:p>
            <a:pPr lvl="0"/>
            <a:r>
              <a:rPr lang="en-GB" sz="1800" dirty="0"/>
              <a:t>Coordinator Dashboard</a:t>
            </a:r>
          </a:p>
          <a:p>
            <a:pPr lvl="0"/>
            <a:endParaRPr lang="en-GB" sz="1800" dirty="0"/>
          </a:p>
          <a:p>
            <a:pPr lvl="0"/>
            <a:r>
              <a:rPr lang="en-GB" sz="1800" dirty="0"/>
              <a:t>Volunteers</a:t>
            </a:r>
          </a:p>
          <a:p>
            <a:pPr lvl="0"/>
            <a:endParaRPr lang="en-GB" sz="1800" dirty="0"/>
          </a:p>
          <a:p>
            <a:pPr lvl="0"/>
            <a:r>
              <a:rPr lang="en-GB" sz="1800" dirty="0"/>
              <a:t>Shift Bookings</a:t>
            </a:r>
          </a:p>
          <a:p>
            <a:pPr lvl="0"/>
            <a:endParaRPr lang="en-GB" sz="1800" dirty="0"/>
          </a:p>
          <a:p>
            <a:pPr lvl="0"/>
            <a:r>
              <a:rPr lang="en-GB" sz="1800" dirty="0"/>
              <a:t>Tonight's Rota</a:t>
            </a:r>
          </a:p>
          <a:p>
            <a:pPr lvl="0"/>
            <a:endParaRPr lang="en-GB" sz="1800" dirty="0"/>
          </a:p>
          <a:p>
            <a:pPr lvl="0"/>
            <a:r>
              <a:rPr lang="en-GB" sz="1800" dirty="0"/>
              <a:t>Stock Management</a:t>
            </a:r>
          </a:p>
          <a:p>
            <a:pPr lvl="0"/>
            <a:endParaRPr lang="en-GB" sz="1800" dirty="0"/>
          </a:p>
          <a:p>
            <a:endParaRPr lang="en-GB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3C582F-740F-2ADB-7FD0-6E7AB6D562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491" b="-3"/>
          <a:stretch>
            <a:fillRect/>
          </a:stretch>
        </p:blipFill>
        <p:spPr>
          <a:xfrm>
            <a:off x="7253752" y="4399595"/>
            <a:ext cx="2948338" cy="1684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0E696F-CD6D-E499-0DE6-12138F202B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053" b="-5"/>
          <a:stretch>
            <a:fillRect/>
          </a:stretch>
        </p:blipFill>
        <p:spPr>
          <a:xfrm>
            <a:off x="3697909" y="1507680"/>
            <a:ext cx="2948333" cy="16846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533C81-A52E-030E-CE3B-C93BC9280D1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1216" b="4"/>
          <a:stretch>
            <a:fillRect/>
          </a:stretch>
        </p:blipFill>
        <p:spPr>
          <a:xfrm>
            <a:off x="3697905" y="3329497"/>
            <a:ext cx="2948337" cy="16437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5DC613-E46F-A3ED-3417-3E3A07EDEB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6788" y="5241923"/>
            <a:ext cx="3070569" cy="152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548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45BF84-2996-84C2-3395-8658CCDD9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GB" dirty="0"/>
              <a:t>Data Design</a:t>
            </a:r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0B3B68A8-EE18-CCE0-A6FC-F9EEB3A987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11" r="18189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24E88-3817-CB24-B18B-0C6AC1018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>
            <a:normAutofit/>
          </a:bodyPr>
          <a:lstStyle/>
          <a:p>
            <a:r>
              <a:rPr lang="en-GB" sz="1800" dirty="0"/>
              <a:t>The planned data model contains four main entities: Volunteer, Shift, Booking and Stock Item. These organise the information a working system would need.</a:t>
            </a:r>
          </a:p>
        </p:txBody>
      </p:sp>
    </p:spTree>
    <p:extLst>
      <p:ext uri="{BB962C8B-B14F-4D97-AF65-F5344CB8AC3E}">
        <p14:creationId xmlns:p14="http://schemas.microsoft.com/office/powerpoint/2010/main" val="265709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1223F-0D22-F07F-E166-3911F926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Accessibility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1BB2C8-8991-4B9A-62DB-F05E37E4E1F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7201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5C8DC7-E26C-3B2E-855F-BE20C3AA5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GB" dirty="0"/>
              <a:t>Testing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7F98-3AC3-25D0-5A44-7826A90CE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en-GB" sz="1800" dirty="0"/>
              <a:t>Testing is planned for navigation, readability and phone-sized screens. The prototype does not yet use a live database or implement automatic booking validation.</a:t>
            </a:r>
          </a:p>
        </p:txBody>
      </p:sp>
      <p:pic>
        <p:nvPicPr>
          <p:cNvPr id="7" name="Graphic 6" descr="Test tubes">
            <a:extLst>
              <a:ext uri="{FF2B5EF4-FFF2-40B4-BE49-F238E27FC236}">
                <a16:creationId xmlns:a16="http://schemas.microsoft.com/office/drawing/2014/main" id="{38F738AC-5223-22A4-3FA4-D67E045EF3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96074" y="1114923"/>
            <a:ext cx="4628153" cy="462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652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E25C3-0F53-97F0-D669-68DC4EBB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GB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D763E-A4B2-BE12-35CE-0683B8B75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en-GB" sz="1800" dirty="0"/>
              <a:t>The prototype demonstrates a possible way to organise kitchen information. Further testing and development would be needed before it could be used in practice.</a:t>
            </a:r>
          </a:p>
        </p:txBody>
      </p:sp>
      <p:pic>
        <p:nvPicPr>
          <p:cNvPr id="7" name="Graphic 6" descr="Tick">
            <a:extLst>
              <a:ext uri="{FF2B5EF4-FFF2-40B4-BE49-F238E27FC236}">
                <a16:creationId xmlns:a16="http://schemas.microsoft.com/office/drawing/2014/main" id="{665BB8DB-371C-5F72-1F02-BBBEC67511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96074" y="1114923"/>
            <a:ext cx="4628153" cy="462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572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AB9F7-CA0B-A577-CE39-20CBA1532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GB" dirty="0"/>
              <a:t>What I Would Build Next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E1F99-85CB-4FBC-AD70-F997AAA10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862396" cy="4096512"/>
          </a:xfrm>
        </p:spPr>
        <p:txBody>
          <a:bodyPr>
            <a:normAutofit/>
          </a:bodyPr>
          <a:lstStyle/>
          <a:p>
            <a:r>
              <a:rPr lang="en-GB" sz="1800" dirty="0"/>
              <a:t>With another week, I would develop the prototype into a working system connected to a database. I would add user accounts, validation to prevent double bookings, automatic low-stock warnings and secure access to volunteer information. I would also carry out more usability testing and improve the design using feedback.</a:t>
            </a:r>
          </a:p>
          <a:p>
            <a:endParaRPr lang="en-GB" sz="1800" dirty="0"/>
          </a:p>
        </p:txBody>
      </p:sp>
      <p:pic>
        <p:nvPicPr>
          <p:cNvPr id="7" name="Graphic 6" descr="Flowchart">
            <a:extLst>
              <a:ext uri="{FF2B5EF4-FFF2-40B4-BE49-F238E27FC236}">
                <a16:creationId xmlns:a16="http://schemas.microsoft.com/office/drawing/2014/main" id="{EE401B67-EAFA-F9DB-2A6E-39C84CECA8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91395" y="1102440"/>
            <a:ext cx="4681506" cy="46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134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27242-5B62-2C8F-3821-7CF66D120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GB" dirty="0"/>
              <a:t>What I Learned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33464-40DC-F4EC-B54D-96BD29AA1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862396" cy="4096512"/>
          </a:xfrm>
        </p:spPr>
        <p:txBody>
          <a:bodyPr>
            <a:normAutofit/>
          </a:bodyPr>
          <a:lstStyle/>
          <a:p>
            <a:r>
              <a:rPr lang="en-GB" sz="1800"/>
              <a:t>This project helped me understand the importance of planning a solution around the needs of its users. I learned how to organise information into different screens, create clickable navigation in Figma and plan a data model. I also learned that a prototype is not the same as a finished system, and that testing and feedback are necessary before a solution is ready for real use.</a:t>
            </a:r>
          </a:p>
          <a:p>
            <a:endParaRPr lang="en-GB" sz="1800"/>
          </a:p>
        </p:txBody>
      </p:sp>
      <p:pic>
        <p:nvPicPr>
          <p:cNvPr id="7" name="Graphic 6" descr="Robot Outline">
            <a:extLst>
              <a:ext uri="{FF2B5EF4-FFF2-40B4-BE49-F238E27FC236}">
                <a16:creationId xmlns:a16="http://schemas.microsoft.com/office/drawing/2014/main" id="{DA070DAE-70BC-75E2-F5D9-135BCF0C03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91395" y="1102440"/>
            <a:ext cx="4681506" cy="46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89698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26FFED0F8EA240BC71F3531B058347" ma:contentTypeVersion="9" ma:contentTypeDescription="Create a new document." ma:contentTypeScope="" ma:versionID="956d79ebee4078c44aa7e1951afe6d10">
  <xsd:schema xmlns:xsd="http://www.w3.org/2001/XMLSchema" xmlns:xs="http://www.w3.org/2001/XMLSchema" xmlns:p="http://schemas.microsoft.com/office/2006/metadata/properties" xmlns:ns3="4cdb42ad-e1d4-4844-bee7-5837b34c2afb" targetNamespace="http://schemas.microsoft.com/office/2006/metadata/properties" ma:root="true" ma:fieldsID="53f01e58d4ac64c64edc354364621868" ns3:_="">
    <xsd:import namespace="4cdb42ad-e1d4-4844-bee7-5837b34c2af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db42ad-e1d4-4844-bee7-5837b34c2af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cdb42ad-e1d4-4844-bee7-5837b34c2afb" xsi:nil="true"/>
  </documentManagement>
</p:properties>
</file>

<file path=customXml/itemProps1.xml><?xml version="1.0" encoding="utf-8"?>
<ds:datastoreItem xmlns:ds="http://schemas.openxmlformats.org/officeDocument/2006/customXml" ds:itemID="{744572BC-8AD9-4ACB-9D21-5F99CD64F5B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167DB97-D474-4097-AA76-E935A2C26E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cdb42ad-e1d4-4844-bee7-5837b34c2af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A12C413-A5BD-495D-B09A-6FE2B583064B}">
  <ds:schemaRefs>
    <ds:schemaRef ds:uri="http://purl.org/dc/elements/1.1/"/>
    <ds:schemaRef ds:uri="http://schemas.microsoft.com/office/2006/metadata/properties"/>
    <ds:schemaRef ds:uri="http://purl.org/dc/dcmitype/"/>
    <ds:schemaRef ds:uri="http://schemas.microsoft.com/office/2006/documentManagement/types"/>
    <ds:schemaRef ds:uri="4cdb42ad-e1d4-4844-bee7-5837b34c2afb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5d2494e2-e538-44a1-8b95-4a5dc1625f44}" enabled="0" method="" siteId="{5d2494e2-e538-44a1-8b95-4a5dc1625f4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309</Words>
  <Application>Microsoft Office PowerPoint</Application>
  <PresentationFormat>Widescreen</PresentationFormat>
  <Paragraphs>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Neue Haas Grotesk Text Pro</vt:lpstr>
      <vt:lpstr>VanillaVTI</vt:lpstr>
      <vt:lpstr>Plaistow Community Kitchen Prototype</vt:lpstr>
      <vt:lpstr>The Problem</vt:lpstr>
      <vt:lpstr>Project Aim</vt:lpstr>
      <vt:lpstr>My Prototype  </vt:lpstr>
      <vt:lpstr>Data Design</vt:lpstr>
      <vt:lpstr>Accessibility</vt:lpstr>
      <vt:lpstr>Testing and Limitations</vt:lpstr>
      <vt:lpstr>Conclusion</vt:lpstr>
      <vt:lpstr>What I Would Build Next </vt:lpstr>
      <vt:lpstr>What I Learned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Usman Ahmed</dc:creator>
  <cp:lastModifiedBy>Muhammed Ahmed</cp:lastModifiedBy>
  <cp:revision>2</cp:revision>
  <dcterms:created xsi:type="dcterms:W3CDTF">2026-10-14T21:09:22Z</dcterms:created>
  <dcterms:modified xsi:type="dcterms:W3CDTF">2026-10-14T21:56:40Z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0x0101005726FFED0F8EA240BC71F3531B058347</vt:lpwstr>
  </property>
</Properties>
</file>